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525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C74417-8289-B96C-1F6D-FF2572CE6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618119E-0BC5-D1A3-953A-442B57643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60ED4A-E4C6-86CD-3224-913DCBC0F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D2E1C-5975-4407-B29E-0B641DB8C6F0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7DE037-1794-F174-C094-8A19849EA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A32961-4C8C-6525-08F1-3DC10CDAA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BFEF9-9696-4DD5-80EE-A1770E35B5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22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6668D7-CA9D-0E48-A6D3-FDCE7298A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22E030-CB93-877E-5B26-5D8593EED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8DEAD1-F16C-AF94-528F-D30912852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D2E1C-5975-4407-B29E-0B641DB8C6F0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AD8A4D-7B3A-7D1D-5A16-502AE31E5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2CA79D-D421-EEA0-5FF7-AE1F2F66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BFEF9-9696-4DD5-80EE-A1770E35B5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1770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840B7B-BC1D-3E80-F08E-432479604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3C4DD1-78B0-FE16-47EF-7D3A1297E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C7663D-ECB0-3BBD-6219-ABFFAC0FB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D2E1C-5975-4407-B29E-0B641DB8C6F0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D63169-BCC3-92C8-706E-546E3EADD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06D3F8-4B60-538B-F700-759554537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BFEF9-9696-4DD5-80EE-A1770E35B5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0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F44E2-1522-4142-F029-87A34B99A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3259D1-20BB-95A7-DF92-94D8B6CC99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6B943F-E0D7-7316-E90B-82B21C951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C075DC-6B2A-4EFB-4A98-DCA07CBE9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D2E1C-5975-4407-B29E-0B641DB8C6F0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105DD9-E4EB-B80A-5679-9E94B60FE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B42FDD-DCD2-3DE5-CF80-6BE62A369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BFEF9-9696-4DD5-80EE-A1770E35B5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0954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4F7396-B7C6-EC87-ACCB-FE814A425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0C724D-137F-C790-9343-5CD153456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D39A14-7529-FB4E-0E1F-F3E547088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F6EA46C-2479-6BBB-C80B-8F96086DB4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48275A5-AACB-5BD3-5F5A-A50413E279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FEB72A4-2D4F-983A-491D-D9D72062C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D2E1C-5975-4407-B29E-0B641DB8C6F0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E2BEA7D-A21B-D5CE-1D2F-37848AAC4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F52C039-493D-9A51-0E27-44DE7F79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BFEF9-9696-4DD5-80EE-A1770E35B5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593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9A6D36-82E9-E55F-9A7A-087275A85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285A80D-1C3C-3931-DBE6-21CD4876F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D2E1C-5975-4407-B29E-0B641DB8C6F0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AF2A8F2-2059-AE1F-5CF8-61E67F27F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D809A5C-82D6-3E95-31E4-38DB948F2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BFEF9-9696-4DD5-80EE-A1770E35B5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165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DB6BC95-BD36-0256-393E-5B128E917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D2E1C-5975-4407-B29E-0B641DB8C6F0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E7D2BEF-D40F-ABD1-1934-2784007FF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B76492-3DF4-B063-144E-1EE355311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BFEF9-9696-4DD5-80EE-A1770E35B5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55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41506E-6C83-6EFD-0F76-A0AD66F78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01A7FC-B0CB-1BCA-2849-583074085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2EE834-5768-1AFB-EF73-7C39147A8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AC3571-E47D-5257-C4F5-C59434BE8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D2E1C-5975-4407-B29E-0B641DB8C6F0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AF35A6-B790-6365-982C-F65913BBA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AA924A-BDD7-B203-C956-E4E5864B1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BFEF9-9696-4DD5-80EE-A1770E35B5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604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994884-127B-9CC6-F7B4-676ECA3F1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B3AD18-D201-21AB-D495-C896267A88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AE11DD-353B-C7EF-24DA-1A18C4DF72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BF2712-8D6B-C1B9-3C4B-AADB4F4F6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D2E1C-5975-4407-B29E-0B641DB8C6F0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2E08CD-72AA-A4E2-501F-7B5A1A518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07E56C-94BF-3E76-8FD2-9AF9F46A7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BFEF9-9696-4DD5-80EE-A1770E35B5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775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C9F218-FA39-BC5C-8CAD-79984B8DE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B229318-ECF0-B274-65F4-C2379332FC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9DC731-3D7B-23D6-B0F6-EA14193C9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D2E1C-5975-4407-B29E-0B641DB8C6F0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032759-28B1-B353-02CC-D2A0A8FF3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AD949B-1E82-6E39-DED3-FF5027268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BFEF9-9696-4DD5-80EE-A1770E35B5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58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128335B-1BEA-7033-5F56-9C3D8BDE9F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0AA1E89-650D-6086-A719-66962D62CD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741A6C-5A32-D83F-75CB-7CFC8917C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D2E1C-5975-4407-B29E-0B641DB8C6F0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9FD663-0CD6-71EB-3E55-1F1671652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C589E3-7C83-5C5C-0AF4-80C563671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BFEF9-9696-4DD5-80EE-A1770E35B5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01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51FA1B4-310B-47FE-F382-18FD99932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E8395A-0E48-55D2-7FF1-69B6F4EB5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7C48F9-CC0A-A394-C6B8-64E7B07F46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4D2E1C-5975-4407-B29E-0B641DB8C6F0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26E7C6-7952-9409-FEA7-4CFB24BA0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62AF26-382A-CEA0-60A5-720386B429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0BFEF9-9696-4DD5-80EE-A1770E35B5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775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B7BB7-232F-C5B0-931F-76243F75B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E3B7D3A-340C-956C-9194-13DFA9C339A9}"/>
              </a:ext>
            </a:extLst>
          </p:cNvPr>
          <p:cNvSpPr txBox="1"/>
          <p:nvPr/>
        </p:nvSpPr>
        <p:spPr>
          <a:xfrm>
            <a:off x="361609" y="1621084"/>
            <a:ext cx="11468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TableA.1 Performance comparison of LlaMA3-8B with various PEFT methods on eight commonsense reasoning datasets.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3B7ED18-04F4-D063-570A-178588FA6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0416"/>
            <a:ext cx="12192000" cy="287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96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999</TotalTime>
  <Words>17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Jaggie Yan</dc:creator>
  <cp:lastModifiedBy>Jaggie Yan</cp:lastModifiedBy>
  <cp:revision>11</cp:revision>
  <dcterms:created xsi:type="dcterms:W3CDTF">2025-04-01T11:29:07Z</dcterms:created>
  <dcterms:modified xsi:type="dcterms:W3CDTF">2026-03-31T09:32:37Z</dcterms:modified>
</cp:coreProperties>
</file>